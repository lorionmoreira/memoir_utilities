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308" autoAdjust="0"/>
  </p:normalViewPr>
  <p:slideViewPr>
    <p:cSldViewPr snapToGrid="0">
      <p:cViewPr varScale="1">
        <p:scale>
          <a:sx n="48" d="100"/>
          <a:sy n="48" d="100"/>
        </p:scale>
        <p:origin x="53" y="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8246E-4787-4254-87CD-308C99DA6770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A621C-DF64-4969-B614-9FDFE9E60A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65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Autenticação e </a:t>
            </a:r>
            <a:r>
              <a:rPr lang="pt-BR" dirty="0" err="1"/>
              <a:t>authorização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DA621C-DF64-4969-B614-9FDFE9E60A1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543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7CC0E-5A0E-D9A2-2E61-35433908F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34F442-D3BD-0F2C-7286-988808926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1E26E-2630-1197-1012-73A65581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1BC2F5-9A2C-3EFC-0B37-F1C69323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96B2C1-0F0D-F777-A4D3-796AD4E8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725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8C846-AED9-78E8-CEB1-C23C0DF64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8A162-5385-3BEC-FE83-93A85EE9E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3CE6D6-38DD-9544-D416-42512B0A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5B85B1-D18D-3B42-DE3E-A1B212B9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6532B3-6C6B-46F9-FFFC-A52C3BE82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632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7EB47-1E24-9195-589E-E9D0E4A71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E59609-CD63-841B-EA8D-940D5800C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03463-56BC-2DDF-72A1-ABCDCDD22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396140-FE9A-902A-0512-7BA4A1676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012ADD-1654-BFC5-36CD-2C37EA9EE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1151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D664CA-F81F-E50E-AB87-2C530AEF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46CC99-EB78-CB53-E7E8-081EDA04D5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2F54AB-27FC-B96B-F1C1-BDCFEFE65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12C51F-C2E6-670A-C465-0A3D30C9E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2EF78D-CBC1-115D-83D8-6631CC5B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F1D5F1-9938-11C9-D71A-7B27EF45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0213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32E61-4E7A-026B-591B-069ADF001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DED04B-BD48-7CC1-B76C-2185CED29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8BFFE8D-AC3F-88BE-D0FB-8F7ABFE26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C4E2D5-5ACA-21CD-31EA-143A03279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725CE2-8353-A44F-51B7-E59B351C7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E5E768E-D448-76AB-FA95-E2447792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093519-8585-8CF3-4454-FB16AA5D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C53A8C3-8FA9-D5B6-19CB-7F2E8F98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43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9CF0D-248E-0A70-2D8F-92345DE90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761655-F664-BDCE-9A6E-524CFD25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556E17-9EA3-84EC-ACCB-E212B024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1C3ABF-0DFD-BBEB-8F2C-111C6A32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7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EF5646-EBB4-B4D2-3DC8-979568289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A858F6E-EA3F-F3AC-A519-272A67E2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24EE6D-937B-8787-CE21-FA96E612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511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456D8-FBDB-0D61-8198-A165B34BB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4761D6-45A8-4FC6-3BDD-5D7E5A768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C8E670-87DA-D129-C136-2C191143F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953CF55-4FF9-BD70-8100-4C00CA01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43CBA7D-077E-BCF7-4F47-CCC02710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FEDA17-E0D2-2E37-8399-8AC778FA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591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3DF3A4-46B6-EFF9-3E02-C174496A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E023896-6504-7B04-45BD-B4FA3CF9F6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36D78EC-BC2E-1DB9-D4FF-5A01A5D51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3EF5D4-2EE3-ADD5-C8CC-4A7BBCBF4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CF66930-6822-622B-14DD-436908AB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A8C693-C884-8997-33A7-57CB06C1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243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0DE8C9-2EC7-BDE1-BAC4-772F9CFF8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D9F77E-347F-8180-9CCD-2476D8A85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C86D68-DCCE-315E-D3EF-2EDD5293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DC8B40-CD72-DCBE-8823-4FF0A195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A9D4ED-029A-C8CB-60BC-494F2097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722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94F970-2960-6BAA-F351-1267B4A9C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E380CA-900D-E8E2-548A-CB1802C58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D9BAA1-78C0-B3BF-8393-34AF1D11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2F0134-2733-3723-67E1-4F5D4125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45C61-EBC4-89BD-0C7E-DB572FEC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1092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0EE6BF-6544-5AE2-F87D-0E02153CF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424AA7-8C0E-5A48-B3D8-D10DBDD1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1BDBE8D-662B-D095-A8E2-B6581CF77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E83B13-E0FA-4859-AA16-6C892F605674}" type="datetimeFigureOut">
              <a:rPr lang="pt-BR" smtClean="0"/>
              <a:t>04/01/2026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E0EF08-09B0-3644-670F-0CAFC99746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2D9774-A1E2-7B6B-4792-A2E7FA8EF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EB2F6B-F8F0-412F-B8F4-B70AEC125A0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953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B8FBE5E-820B-482F-8184-A31F8552BEA4}"/>
              </a:ext>
            </a:extLst>
          </p:cNvPr>
          <p:cNvSpPr/>
          <p:nvPr/>
        </p:nvSpPr>
        <p:spPr>
          <a:xfrm>
            <a:off x="938463" y="433137"/>
            <a:ext cx="3200400" cy="57992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4E9BFC-54BF-241C-AE36-E4103D7E496D}"/>
              </a:ext>
            </a:extLst>
          </p:cNvPr>
          <p:cNvSpPr/>
          <p:nvPr/>
        </p:nvSpPr>
        <p:spPr>
          <a:xfrm>
            <a:off x="1371600" y="3982453"/>
            <a:ext cx="2502568" cy="529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2F5724D-00EE-EB61-6617-2CB6639BB4CF}"/>
              </a:ext>
            </a:extLst>
          </p:cNvPr>
          <p:cNvSpPr/>
          <p:nvPr/>
        </p:nvSpPr>
        <p:spPr>
          <a:xfrm>
            <a:off x="1371600" y="4918910"/>
            <a:ext cx="2502568" cy="5293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045A57CE-1FEC-E71D-F8F6-997541189737}"/>
              </a:ext>
            </a:extLst>
          </p:cNvPr>
          <p:cNvCxnSpPr/>
          <p:nvPr/>
        </p:nvCxnSpPr>
        <p:spPr>
          <a:xfrm>
            <a:off x="4981074" y="3669632"/>
            <a:ext cx="13836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4944EA4A-FD19-ABD2-A2A1-3F348E2A74C0}"/>
              </a:ext>
            </a:extLst>
          </p:cNvPr>
          <p:cNvGrpSpPr/>
          <p:nvPr/>
        </p:nvGrpSpPr>
        <p:grpSpPr>
          <a:xfrm>
            <a:off x="7395410" y="529389"/>
            <a:ext cx="3200400" cy="5799221"/>
            <a:chOff x="7395410" y="529389"/>
            <a:chExt cx="3200400" cy="5799221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70A85313-8D0A-1874-FF56-D9C002E485DF}"/>
                </a:ext>
              </a:extLst>
            </p:cNvPr>
            <p:cNvSpPr/>
            <p:nvPr/>
          </p:nvSpPr>
          <p:spPr>
            <a:xfrm>
              <a:off x="7395410" y="529389"/>
              <a:ext cx="3200400" cy="579922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1" name="Conector reto 10">
              <a:extLst>
                <a:ext uri="{FF2B5EF4-FFF2-40B4-BE49-F238E27FC236}">
                  <a16:creationId xmlns:a16="http://schemas.microsoft.com/office/drawing/2014/main" id="{6E4DB6C6-E499-A59E-B830-8173661D5C63}"/>
                </a:ext>
              </a:extLst>
            </p:cNvPr>
            <p:cNvCxnSpPr/>
            <p:nvPr/>
          </p:nvCxnSpPr>
          <p:spPr>
            <a:xfrm>
              <a:off x="7411453" y="5799221"/>
              <a:ext cx="317633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Imagem 17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34D45789-4DD4-C4CB-CA05-7C6B7F3CD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60" y="1362784"/>
            <a:ext cx="3038899" cy="619211"/>
          </a:xfrm>
          <a:prstGeom prst="rect">
            <a:avLst/>
          </a:prstGeom>
        </p:spPr>
      </p:pic>
      <p:pic>
        <p:nvPicPr>
          <p:cNvPr id="20" name="Imagem 19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97EBB5BD-205C-645E-59DD-2DDF9AF37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6159" y="2084678"/>
            <a:ext cx="3038899" cy="619211"/>
          </a:xfrm>
          <a:prstGeom prst="rect">
            <a:avLst/>
          </a:prstGeom>
        </p:spPr>
      </p:pic>
      <p:pic>
        <p:nvPicPr>
          <p:cNvPr id="22" name="Imagem 21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BE9ED1CC-F53F-6D3D-057F-C764EBEB4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890" y="2961791"/>
            <a:ext cx="3038899" cy="619211"/>
          </a:xfrm>
          <a:prstGeom prst="rect">
            <a:avLst/>
          </a:prstGeom>
        </p:spPr>
      </p:pic>
      <p:pic>
        <p:nvPicPr>
          <p:cNvPr id="24" name="Imagem 2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6FF1FEC8-14F6-E017-A906-3BCE781EB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11" y="743572"/>
            <a:ext cx="2738110" cy="50221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A8B10142-0A8A-75F6-C712-EB4B3A58A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527" y="5901968"/>
            <a:ext cx="2048161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876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4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Lorion moreira</dc:creator>
  <cp:lastModifiedBy>Lorion moreira</cp:lastModifiedBy>
  <cp:revision>1</cp:revision>
  <dcterms:created xsi:type="dcterms:W3CDTF">2026-01-04T13:08:49Z</dcterms:created>
  <dcterms:modified xsi:type="dcterms:W3CDTF">2026-01-05T13:23:32Z</dcterms:modified>
</cp:coreProperties>
</file>